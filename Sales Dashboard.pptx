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9950" y="169075"/>
            <a:ext cx="67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</a:rPr>
              <a:t>SALES PERFORMANCE DASHBOARD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07700" y="784675"/>
            <a:ext cx="1597200" cy="9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SALES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4,59,000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574088" y="784675"/>
            <a:ext cx="1597200" cy="9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AVERAGE SALES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22,950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846400" y="784675"/>
            <a:ext cx="1597200" cy="9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ORDERS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118700" y="784675"/>
            <a:ext cx="1597200" cy="93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 PRODUCT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Laptop</a:t>
            </a:r>
            <a:endParaRPr/>
          </a:p>
        </p:txBody>
      </p:sp>
      <p:pic>
        <p:nvPicPr>
          <p:cNvPr id="59" name="Google Shape;59;p1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6675"/>
            <a:ext cx="2703526" cy="311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325" y="1876675"/>
            <a:ext cx="2889074" cy="311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525" y="1954050"/>
            <a:ext cx="2941799" cy="28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